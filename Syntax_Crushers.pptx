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MUJ Copilot – AI Campus Assistant</a:t>
            </a:r>
          </a:p>
          <a:p>
            <a:pPr>
              <a:defRPr sz="2000">
                <a:solidFill>
                  <a:srgbClr val="00DCC8"/>
                </a:solidFill>
              </a:defRPr>
            </a:pPr>
            <a:r>
              <a:t>AI Powered Student Insight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2286000"/>
            <a:ext cx="4114800" cy="201168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Overview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AI assistant for campus insights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Analyzes academic &amp; wellbeing datasets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Generates recommendations for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Bridging the Gap in Student Data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4572000" cy="237744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Problem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Universities collect large student datasets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Insights from this data are rarely used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Students cannot easily analyze performance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377440"/>
            <a:ext cx="4572000" cy="237744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Goal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Build AI campus assistant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Enable natural language queries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Provide actionable academic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Student 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4572000" cy="237744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Academic Data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Grades and exam performance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Assignment completion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Attendance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377440"/>
            <a:ext cx="4572000" cy="237744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Wellbeing Data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Stress levels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Sleep patterns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Study hours and learning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4572000" cy="237744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Core Tools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Python backend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Streamlit interface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Pandas data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377440"/>
            <a:ext cx="4572000" cy="237744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AI Components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Sentence Transformers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Vector search using FAISS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Semantic query retrieval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0"/>
            <a:ext cx="2011680" cy="109728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User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3200400"/>
            <a:ext cx="2011680" cy="109728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Embedding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3200400"/>
            <a:ext cx="2011680" cy="109728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Vector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200400"/>
            <a:ext cx="2011680" cy="109728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Relevant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3200400"/>
            <a:ext cx="2011680" cy="1097280"/>
          </a:xfrm>
          <a:prstGeom prst="round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4572000" cy="237744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Step 1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User enters a natural language query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Query converted to embeddings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377440"/>
            <a:ext cx="4572000" cy="237744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Step 2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Vector search retrieves similar data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System generates insights and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36576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Impact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560320"/>
            <a:ext cx="7315200" cy="2560320"/>
          </a:xfrm>
          <a:prstGeom prst="roundRect">
            <a:avLst/>
          </a:prstGeom>
          <a:solidFill>
            <a:srgbClr val="1E2D50"/>
          </a:solidFill>
          <a:ln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E6C8"/>
                </a:solidFill>
              </a:defRPr>
            </a:pPr>
            <a:r>
              <a:t>Impact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AI driven academic assistant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Helps students understand performance factors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Supports better academic decision making</a:t>
            </a:r>
          </a:p>
          <a:p>
            <a:pPr lvl="1">
              <a:defRPr sz="1800">
                <a:solidFill>
                  <a:srgbClr val="E6E6E6"/>
                </a:solidFill>
              </a:defRPr>
            </a:pPr>
            <a:r>
              <a:t>Future integration with university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