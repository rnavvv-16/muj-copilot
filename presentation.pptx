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MUJ AI Campus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Powered Student Support System</a:t>
            </a:r>
          </a:p>
          <a:p>
            <a:r>
              <a:t>IEEE CIS MUJ – AI Model Quest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 lack centralized academic AI support and data-driven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RAG-based AI assistant analyzing datasets and answering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→ Embeddings → FAISS Vector Search → Retrieval → AI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Academic insights</a:t>
            </a:r>
          </a:p>
          <a:p>
            <a:r>
              <a:t>Wellbeing analysis</a:t>
            </a:r>
          </a:p>
          <a:p>
            <a:r>
              <a:t>AI-powered queries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student support and enables AI-powered campus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